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89d0a91fd4c7d" /><Relationship Type="http://schemas.openxmlformats.org/officeDocument/2006/relationships/extended-properties" Target="/docProps/app.xml" Id="R811e53d14823439a" /><Relationship Type="http://schemas.openxmlformats.org/officeDocument/2006/relationships/officeDocument" Target="/ppt/presentation.xml" Id="Rcf3cf539880f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8cb754e97242f2"/>
  </p:sldMasterIdLst>
  <p:notesMasterIdLst>
    <p:notesMasterId xmlns:r="http://schemas.openxmlformats.org/officeDocument/2006/relationships" r:id="R72cbd3f8affa4396"/>
  </p:notesMasterIdLst>
  <p:sldIdLst>
    <p:sldId xmlns:r="http://schemas.openxmlformats.org/officeDocument/2006/relationships" id="256" r:id="Ra47c7a6f1b6749e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c8744ef924d3f" /><Relationship Type="http://schemas.openxmlformats.org/officeDocument/2006/relationships/slideMaster" Target="/ppt/slideMasters/slideMaster1.xml" Id="Ra38cb754e97242f2" /><Relationship Type="http://schemas.openxmlformats.org/officeDocument/2006/relationships/notesMaster" Target="/ppt/notesMasters/notesMaster1.xml" Id="R72cbd3f8affa4396" /><Relationship Type="http://schemas.openxmlformats.org/officeDocument/2006/relationships/presProps" Target="/ppt/presProps.xml" Id="Re13ac45d3b264407" /><Relationship Type="http://schemas.openxmlformats.org/officeDocument/2006/relationships/tableStyles" Target="/ppt/tableStyles.xml" Id="Rbc6ea4f077b942e5" /><Relationship Type="http://schemas.openxmlformats.org/officeDocument/2006/relationships/slide" Target="/ppt/slides/slide1.xml" Id="Ra47c7a6f1b67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f7304b64fe42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b0c78b2bcc4642" /><Relationship Type="http://schemas.openxmlformats.org/officeDocument/2006/relationships/notesMaster" Target="/ppt/notesMasters/notesMaster1.xml" Id="R78488e48273e42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Icons copied from the user-provided AWS Architecture Icons Deck for Light Background. Architecture: private S3 bucket, CloudFront Origin Access Control, HTTPS viewer access, CloudFormation provisioned resources. AWS OAC guidance: https://docs.aws.amazon.com/AmazonCloudFront/latest/DeveloperGuide/private-content-restricting-access-to-s3.html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bb41c88b548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87d91c42d24c03" /><Relationship Type="http://schemas.openxmlformats.org/officeDocument/2006/relationships/slideLayout" Target="/ppt/slideLayouts/slideLayout1.xml" Id="Ref1552b6d68945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1552b6d68945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8f7b97fde4a67" /><Relationship Type="http://schemas.openxmlformats.org/officeDocument/2006/relationships/image" Target="/ppt/media/image.png" Id="R368cbd2533bc417c" /><Relationship Type="http://schemas.openxmlformats.org/officeDocument/2006/relationships/image" Target="/ppt/media/image2.png" Id="Rc046802c472e418b" /><Relationship Type="http://schemas.openxmlformats.org/officeDocument/2006/relationships/image" Target="/ppt/media/image3.png" Id="R94c7bf45fe7143b1" /><Relationship Type="http://schemas.openxmlformats.org/officeDocument/2006/relationships/image" Target="/ppt/media/image4.png" Id="Rc40e299ed61e49f7" /><Relationship Type="http://schemas.openxmlformats.org/officeDocument/2006/relationships/image" Target="/ppt/media/image5.png" Id="R4bdd01eca92c4c0e" /><Relationship Type="http://schemas.openxmlformats.org/officeDocument/2006/relationships/notesSlide" Target="/ppt/notesSlides/notesSlide1.xml" Id="R63711c57d0b04c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EC7AB6-8C2E-4C8E-B1AF-E720AB72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S3 + CloudFront 静的ウェブサイト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E1946-0723-43A7-9761-463D71F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209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B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B6E"/>
                </a:solidFill>
                <a:latin typeface="Arial"/>
                <a:ea typeface="Arial"/>
                <a:cs typeface="Arial"/>
              </a:rPr>
              <a:t>CloudFormationで構築する公開用HTTPSサイト。S3バケットは非公開。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99685-A56B-427F-902B-10F84EF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11125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75569"/>
            </a:solidFill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cbd2533bc417c"/>
          <a:stretch xmlns:a="http://schemas.openxmlformats.org/drawingml/2006/main"/>
        </p:blipFill>
        <p:spPr>
          <a:xfrm xmlns:a="http://schemas.openxmlformats.org/drawingml/2006/main">
            <a:off x="3381375" y="166687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6DC6C-BAE2-4009-A8BF-7AC56463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19275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AWS Cloud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6802c472e418b"/>
          <a:stretch xmlns:a="http://schemas.openxmlformats.org/drawingml/2006/main"/>
        </p:blipFill>
        <p:spPr>
          <a:xfrm xmlns:a="http://schemas.openxmlformats.org/drawingml/2006/main">
            <a:off x="933450" y="283845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B2346-E848-4A71-99B1-01C28677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閲覧者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54D9E-C8DA-4CBF-8E34-16DA9C02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734"/>
                </a:solidFill>
                <a:latin typeface="Arial"/>
                <a:ea typeface="Arial"/>
                <a:cs typeface="Arial"/>
              </a:rPr>
              <a:t>ブラウザ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942ED-1129-43DB-ABDF-BC2DA0BC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52850"/>
            <a:ext cx="2667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8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7522E-9CE6-40EF-97F4-C751743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81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7bf45fe7143b1"/>
          <a:stretch xmlns:a="http://schemas.openxmlformats.org/drawingml/2006/main"/>
        </p:blipFill>
        <p:spPr>
          <a:xfrm xmlns:a="http://schemas.openxmlformats.org/drawingml/2006/main">
            <a:off x="5419725" y="305752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D67E8-FC88-4A47-9CF6-FD0CF198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577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Amazon CloudFront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7A6F1-B493-46F4-9283-60AD75D3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6800"/>
            <a:ext cx="280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734"/>
                </a:solidFill>
                <a:latin typeface="Arial"/>
                <a:ea typeface="Arial"/>
                <a:cs typeface="Arial"/>
              </a:rPr>
              <a:t>標準ドメインで配信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4C728-94F2-49F7-947D-2F140161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3000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8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6F8E3-49FB-4330-A95D-F4AA0C9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861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OACで署名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9C901-B4B0-430B-90C5-33C1B054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734"/>
                </a:solidFill>
                <a:latin typeface="Arial"/>
                <a:ea typeface="Arial"/>
                <a:cs typeface="Arial"/>
              </a:rPr>
              <a:t>S3:GetObjectのみ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F7D75-4AB2-487E-A87E-9047BB1B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24150"/>
            <a:ext cx="3333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3"/>
          </a:solidFill>
          <a:ln xmlns:a="http://schemas.openxmlformats.org/drawingml/2006/main" w="28575">
            <a:solidFill>
              <a:srgbClr val="7AA116"/>
            </a:solidFill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e299ed61e49f7"/>
          <a:stretch xmlns:a="http://schemas.openxmlformats.org/drawingml/2006/main"/>
        </p:blipFill>
        <p:spPr>
          <a:xfrm xmlns:a="http://schemas.openxmlformats.org/drawingml/2006/main">
            <a:off x="11591925" y="30289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1C994-0112-499B-8DD7-E7D27A0E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95750"/>
            <a:ext cx="2333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Amazon 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EBB40-B628-4416-B4EE-FFDD9A43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562475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734"/>
                </a:solidFill>
                <a:latin typeface="Arial"/>
                <a:ea typeface="Arial"/>
                <a:cs typeface="Arial"/>
              </a:rPr>
              <a:t>非公開バケット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3DE18-2167-44A5-84F6-2707648E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8768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734"/>
                </a:solidFill>
                <a:latin typeface="Arial"/>
                <a:ea typeface="Arial"/>
                <a:cs typeface="Arial"/>
              </a:rPr>
              <a:t>Block Public Access: 有効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d01eca92c4c0e"/>
          <a:stretch xmlns:a="http://schemas.openxmlformats.org/drawingml/2006/main"/>
        </p:blipFill>
        <p:spPr>
          <a:xfrm xmlns:a="http://schemas.openxmlformats.org/drawingml/2006/main">
            <a:off x="4295775" y="65532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B24AF-46ED-4F75-BED1-BD02FC24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71512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2734"/>
                </a:solidFill>
                <a:latin typeface="Arial"/>
                <a:ea typeface="Arial"/>
                <a:cs typeface="Arial"/>
              </a:rPr>
              <a:t>AWS CloudFormation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3FDB7-556B-4A39-88A2-EDB9AF9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7191375"/>
            <a:ext cx="521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734"/>
                </a:solidFill>
                <a:latin typeface="Arial"/>
                <a:ea typeface="Arial"/>
                <a:cs typeface="Arial"/>
              </a:rPr>
              <a:t>バケット・配信・OAC・ポリシーを作成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73616C-7920-4346-AF0C-CCAF9FB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76875"/>
            <a:ext cx="3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39A"/>
          </a:solidFill>
          <a:ln xmlns:a="http://schemas.openxmlformats.org/drawingml/2006/main" w="0">
            <a:solidFill>
              <a:srgbClr val="75839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D4F64-36D3-416E-8841-8FF728FD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38775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39A"/>
          </a:solidFill>
          <a:ln xmlns:a="http://schemas.openxmlformats.org/drawingml/2006/main" w="0">
            <a:solidFill>
              <a:srgbClr val="75839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7B7F8-2C95-4A20-AE75-50A05996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9112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39A"/>
          </a:solidFill>
          <a:ln xmlns:a="http://schemas.openxmlformats.org/drawingml/2006/main" w="0">
            <a:solidFill>
              <a:srgbClr val="75839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118A1-AA10-4547-AD5C-0790B877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6102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スタック作成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FB36F-07AF-4D51-8385-AA97FD8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696075"/>
            <a:ext cx="319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7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734"/>
                </a:solidFill>
                <a:latin typeface="Arial"/>
                <a:ea typeface="Arial"/>
                <a:cs typeface="Arial"/>
              </a:rPr>
              <a:t>site/ のHTML・CSS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98F4A-00D1-4503-B8B0-967181D9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70675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B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B6E"/>
                </a:solidFill>
                <a:latin typeface="Arial"/>
                <a:ea typeface="Arial"/>
                <a:cs typeface="Arial"/>
              </a:rPr>
              <a:t>デプロイ後、別手順でアップロード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78806-5C04-4817-B0BD-0A5F6F24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4832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39A"/>
          </a:solidFill>
          <a:ln xmlns:a="http://schemas.openxmlformats.org/drawingml/2006/main" w="0">
            <a:solidFill>
              <a:srgbClr val="75839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E7C0B-E66B-4DB2-8907-EFA275D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5448300"/>
            <a:ext cx="171450" cy="2476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5839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28DC55-F9D0-46C1-A9D6-5E3F6E5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B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5B6E"/>
                </a:solidFill>
                <a:latin typeface="Arial"/>
                <a:ea typeface="Arial"/>
                <a:cs typeface="Arial"/>
              </a:rPr>
              <a:t>OACはS3への直接アクセスを制限します。CloudFront URLの閲覧者認証は、この構成に含みません。</a:t>
            </a:r>
          </a:p>
        </p:txBody>
      </p:sp>
    </p:spTree>
    <p:extLst>
      <p:ext uri="{BB962C8B-B14F-4D97-AF65-F5344CB8AC3E}">
        <p14:creationId xmlns:p14="http://schemas.microsoft.com/office/powerpoint/2010/main" val="1137047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2026-09-14T02:33:45.0750000Z</dcterms:created>
  <dcterms:modified xsi:type="dcterms:W3CDTF">2026-09-14T02:33:45.0750000Z</dcterms:modified>
</coreProperties>
</file>